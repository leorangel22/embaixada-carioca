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086a81f1004c68" /><Relationship Type="http://schemas.openxmlformats.org/officeDocument/2006/relationships/extended-properties" Target="/docProps/app.xml" Id="R10aa32f4650e4a58" /><Relationship Type="http://schemas.openxmlformats.org/officeDocument/2006/relationships/officeDocument" Target="/ppt/presentation.xml" Id="R8aa8d71a871e43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7895a7fb74093"/>
  </p:sldMasterIdLst>
  <p:notesMasterIdLst>
    <p:notesMasterId xmlns:r="http://schemas.openxmlformats.org/officeDocument/2006/relationships" r:id="R715948ee052f4933"/>
  </p:notesMasterIdLst>
  <p:sldIdLst>
    <p:sldId xmlns:r="http://schemas.openxmlformats.org/officeDocument/2006/relationships" id="256" r:id="R1d98c83c78764dea"/>
    <p:sldId xmlns:r="http://schemas.openxmlformats.org/officeDocument/2006/relationships" id="257" r:id="R95c07f5583c74079"/>
    <p:sldId xmlns:r="http://schemas.openxmlformats.org/officeDocument/2006/relationships" id="258" r:id="Rd943d87dd26345b3"/>
    <p:sldId xmlns:r="http://schemas.openxmlformats.org/officeDocument/2006/relationships" id="259" r:id="R7e83d0a19e4f46e0"/>
    <p:sldId xmlns:r="http://schemas.openxmlformats.org/officeDocument/2006/relationships" id="260" r:id="Rb5efbcae63a94a70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63766266784d4e" /><Relationship Type="http://schemas.openxmlformats.org/officeDocument/2006/relationships/slideMaster" Target="/ppt/slideMasters/slideMaster1.xml" Id="R8ca7895a7fb74093" /><Relationship Type="http://schemas.openxmlformats.org/officeDocument/2006/relationships/notesMaster" Target="/ppt/notesMasters/notesMaster1.xml" Id="R715948ee052f4933" /><Relationship Type="http://schemas.openxmlformats.org/officeDocument/2006/relationships/presProps" Target="/ppt/presProps.xml" Id="R8c058fb295664c89" /><Relationship Type="http://schemas.openxmlformats.org/officeDocument/2006/relationships/tableStyles" Target="/ppt/tableStyles.xml" Id="R70b7a82ec5a94ca5" /><Relationship Type="http://schemas.openxmlformats.org/officeDocument/2006/relationships/slide" Target="/ppt/slides/slide1.xml" Id="R1d98c83c78764dea" /><Relationship Type="http://schemas.openxmlformats.org/officeDocument/2006/relationships/slide" Target="/ppt/slides/slide2.xml" Id="R95c07f5583c74079" /><Relationship Type="http://schemas.openxmlformats.org/officeDocument/2006/relationships/slide" Target="/ppt/slides/slide3.xml" Id="Rd943d87dd26345b3" /><Relationship Type="http://schemas.openxmlformats.org/officeDocument/2006/relationships/slide" Target="/ppt/slides/slide4.xml" Id="R7e83d0a19e4f46e0" /><Relationship Type="http://schemas.openxmlformats.org/officeDocument/2006/relationships/slide" Target="/ppt/slides/slide5.xml" Id="Rb5efbcae63a94a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effdb979f4e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58d46aec844680" /><Relationship Type="http://schemas.openxmlformats.org/officeDocument/2006/relationships/notesMaster" Target="/ppt/notesMasters/notesMaster1.xml" Id="Rb27db033751645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4ce941546a4209" /><Relationship Type="http://schemas.openxmlformats.org/officeDocument/2006/relationships/notesMaster" Target="/ppt/notesMasters/notesMaster1.xml" Id="Ra3ea409f586b47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8055cd422149b4" /><Relationship Type="http://schemas.openxmlformats.org/officeDocument/2006/relationships/notesMaster" Target="/ppt/notesMasters/notesMaster1.xml" Id="R51e18302a21949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64cc53daa048b8" /><Relationship Type="http://schemas.openxmlformats.org/officeDocument/2006/relationships/notesMaster" Target="/ppt/notesMasters/notesMaster1.xml" Id="Rbb8a724c49de42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9ff64679d24705" /><Relationship Type="http://schemas.openxmlformats.org/officeDocument/2006/relationships/notesMaster" Target="/ppt/notesMasters/notesMaster1.xml" Id="R4434d932d40441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2.8.1.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2.8.1.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2.8.1.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2.8.1.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2.8.1. Nomes dos botões correspondem à interface. Números nas tabelas são exemplos ilustrativos, não o estoque real. Ilustrações geradas, não representam funcionários reais. Abrir o WhatsApp não comprova recebimento. Não existe confirmação de entrega integrada neste fluxo.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2e9c8e20c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a56dedd3224e11" /><Relationship Type="http://schemas.openxmlformats.org/officeDocument/2006/relationships/slideLayout" Target="/ppt/slideLayouts/slideLayout1.xml" Id="R2badc97d5e9047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adc97d5e9047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e9055d7a64252" /><Relationship Type="http://schemas.openxmlformats.org/officeDocument/2006/relationships/image" Target="/ppt/media/image.png" Id="Rd7b02b6b82ee4339" /><Relationship Type="http://schemas.openxmlformats.org/officeDocument/2006/relationships/image" Target="/ppt/media/image.svg" Id="R825bbd5568f54538" /><Relationship Type="http://schemas.openxmlformats.org/officeDocument/2006/relationships/image" Target="/ppt/media/image2.png" Id="Rb4ac448eea984b7f" /><Relationship Type="http://schemas.openxmlformats.org/officeDocument/2006/relationships/notesSlide" Target="/ppt/notesSlides/notesSlide1.xml" Id="R3e478aa4fbab4a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fecfccd674e30" /><Relationship Type="http://schemas.openxmlformats.org/officeDocument/2006/relationships/image" Target="/ppt/media/image3.png" Id="Rb44925b5b5454b9e" /><Relationship Type="http://schemas.openxmlformats.org/officeDocument/2006/relationships/image" Target="/ppt/media/image2.svg" Id="Re3f8c79b81ee42d1" /><Relationship Type="http://schemas.openxmlformats.org/officeDocument/2006/relationships/image" Target="/ppt/media/image4.png" Id="R6362668981a54e2a" /><Relationship Type="http://schemas.openxmlformats.org/officeDocument/2006/relationships/notesSlide" Target="/ppt/notesSlides/notesSlide2.xml" Id="R600ca9f0e9ac4d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d9db71a2c4fce" /><Relationship Type="http://schemas.openxmlformats.org/officeDocument/2006/relationships/image" Target="/ppt/media/image5.png" Id="Ra0998c224cdb492a" /><Relationship Type="http://schemas.openxmlformats.org/officeDocument/2006/relationships/image" Target="/ppt/media/image3.svg" Id="Rddd7497d69a14c11" /><Relationship Type="http://schemas.openxmlformats.org/officeDocument/2006/relationships/notesSlide" Target="/ppt/notesSlides/notesSlide3.xml" Id="R85e63c7a12d94d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1e91e251840aa" /><Relationship Type="http://schemas.openxmlformats.org/officeDocument/2006/relationships/image" Target="/ppt/media/image6.png" Id="R538723142daa4aa0" /><Relationship Type="http://schemas.openxmlformats.org/officeDocument/2006/relationships/image" Target="/ppt/media/image4.svg" Id="R3eeadc7ca2694239" /><Relationship Type="http://schemas.openxmlformats.org/officeDocument/2006/relationships/notesSlide" Target="/ppt/notesSlides/notesSlide4.xml" Id="R5f20b719e4524b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e192b556f4838" /><Relationship Type="http://schemas.openxmlformats.org/officeDocument/2006/relationships/image" Target="/ppt/media/image7.png" Id="R20321d59414648de" /><Relationship Type="http://schemas.openxmlformats.org/officeDocument/2006/relationships/image" Target="/ppt/media/image5.svg" Id="R49c6adf038944659" /><Relationship Type="http://schemas.openxmlformats.org/officeDocument/2006/relationships/image" Target="/ppt/media/image8.png" Id="R67a5b9e30bbb4d68" /><Relationship Type="http://schemas.openxmlformats.org/officeDocument/2006/relationships/notesSlide" Target="/ppt/notesSlides/notesSlide5.xml" Id="Rdad061d1662e4d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029C0-6263-4AB3-9DBD-0249DD38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02b6b82ee4339">
            <a:extLst>
              <a:ext uri="{96DAC541-7B7A-43D3-8B79-37D633B846F1}">
                <asvg:svgBlip xmlns:asvg="http://schemas.microsoft.com/office/drawing/2016/SVG/main" r:embed="R825bbd5568f545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33DC9-3168-4FC8-A034-12349FAD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F0406-23D8-4A33-B7D3-AED9EA70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AA2EA-1440-45F0-AEB9-66BE90D1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1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791EC-6E90-4AD6-8642-6D12175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Início do turno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1DBF6-F694-4D44-91AD-218FF36E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Fotografe, confira e peça só o que falta.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c448eea984b7f"/>
          <a:stretch xmlns:a="http://schemas.openxmlformats.org/drawingml/2006/main"/>
        </p:blipFill>
        <p:spPr>
          <a:xfrm xmlns:a="http://schemas.openxmlformats.org/drawingml/2006/main">
            <a:off x="2196703" y="4000500"/>
            <a:ext cx="2464594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CA07A-8714-4B21-B1ED-AE29F033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27062-8F8B-4E8C-93B0-0248CE23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247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Selecione seu nome.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8686E-0D88-4177-AE22-D01CF20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1532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2044E-9E36-4DE2-AF8D-A6FA07A7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1532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“Capturar selfie frontal”.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F7356-C080-4479-BE24-216DB8F2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F685F-B5F9-474B-8FFF-89BB955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1059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Com a selfie pronta, toque em “Iniciar turno”.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EF904-5ADF-4555-9331-92A14A0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A selfie vale para o turno. Não precisa repetir em cada geladeira.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52D5B-4F06-43EA-B159-E7F0588C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2.8.1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74855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C2A65-CB62-4A16-8F92-1009C11F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925b5b5454b9e">
            <a:extLst>
              <a:ext uri="{96DAC541-7B7A-43D3-8B79-37D633B846F1}">
                <asvg:svgBlip xmlns:asvg="http://schemas.microsoft.com/office/drawing/2016/SVG/main" r:embed="Re3f8c79b81ee42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28298-1205-42A9-A953-FA15F784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89525-6774-415E-A574-14000CAF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C10E6-EE6C-4A89-A855-B6E4CD7E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2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1AA99-B438-4E10-970E-B35A523F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Foto da geladeira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3AF14-FAA2-45B8-949B-10383B3C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O local e a geladeira precisam estar certos.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2668981a54e2a"/>
          <a:stretch xmlns:a="http://schemas.openxmlformats.org/drawingml/2006/main"/>
        </p:blipFill>
        <p:spPr>
          <a:xfrm xmlns:a="http://schemas.openxmlformats.org/drawingml/2006/main">
            <a:off x="2196703" y="4000500"/>
            <a:ext cx="2464594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8FE64-F93A-4083-B3FC-626B6154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22FDB-797F-48D0-BFEF-CE0FDA6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247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Escolha o setor / local.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60B69-18A9-4CA5-985C-271A958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1532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8F1BB-DA37-425E-9072-972B4094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1532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No equipamento certo, toque em “Fotografar”.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CE896-0A19-47BB-BCD2-65188C4A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8EA7C-21AF-4940-BCC2-9F843F52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1059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Enquadre todas as prateleiras. Depois toque em “Analisar com IA”.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625DE-DD78-42C4-911F-3AC2DE4D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Uma foto frontal. Use “Adicionar foto” só para mostrar um ponto cego.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C0948-E1BF-4709-BB55-08D01B24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2.8.1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1021029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870B0-D230-473F-B0B1-CFABF85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8c224cdb492a">
            <a:extLst>
              <a:ext uri="{96DAC541-7B7A-43D3-8B79-37D633B846F1}">
                <asvg:svgBlip xmlns:asvg="http://schemas.microsoft.com/office/drawing/2016/SVG/main" r:embed="Rddd7497d69a14c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FB4A8-B9C4-4187-94EB-1A48A614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2D13F-AF81-486C-BF91-5A443907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E4EFA-4A24-4AC2-BC70-B2225040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3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2DB34-305C-46A7-B57C-F05B1CD8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24737-4024-4E44-9E26-466E0F9C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A IA conta. Você confere.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07BD0-2C06-4160-9E91-207C2D91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EXEMPLO DE CORREÇÃO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457200" y="4438650"/>
          <a:ext xmlns:a="http://schemas.openxmlformats.org/drawingml/2006/main" cx="59436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76600"/>
                <a:gridCol w="1333500"/>
                <a:gridCol w="1333500"/>
              </a:tblGrid>
              <a:tr h="762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Produto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IA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Você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Água sem gás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1E004-D3A3-4F38-B4EC-9B2C7742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74A41-0E4A-4144-917E-F4DBC4E8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103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Confira o produto e a quantidade na geladeira.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27CAE-A111-44F6-A619-6B1B3B60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0087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94694-3B36-4413-A1D7-98C3565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0087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Use + e − ou toque no número para digitar.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B601C-8808-45FB-B226-3E5BF703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914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BDA78-A07A-4854-9858-8F669936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914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“Confirmar esta geladeira”.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A31F3-C136-4007-B6F1-B35186F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249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Produto fora da posição também conta. Se a foto não estiver clara, toque em “Refazer”.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AEB57-0921-4C41-AEF6-FC352545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2.8.1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786538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3971B-087C-46E4-BB46-323C602E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723142daa4aa0">
            <a:extLst>
              <a:ext uri="{96DAC541-7B7A-43D3-8B79-37D633B846F1}">
                <asvg:svgBlip xmlns:asvg="http://schemas.microsoft.com/office/drawing/2016/SVG/main" r:embed="R3eeadc7ca26942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ED079-83D0-478C-8109-7B622E62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B5641-717D-4BC1-82D3-02A01BCC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9422-D712-4BC9-AAD1-35CEBA27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4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DA09B-EC63-49FC-B0CE-5AD04B67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Pedido do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E15F8-BEB3-437F-A388-FB6CB46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Água em outra geladeira também entra na soma.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E4D6B-7759-4644-9D40-D0A16124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EXEMPLO ILUSTRATIVO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57200" y="4438650"/>
          <a:ext xmlns:a="http://schemas.openxmlformats.org/drawingml/2006/main" cx="59436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52600"/>
              </a:tblGrid>
              <a:tr h="4000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Equipamento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Águas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Esquerda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Centro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Direita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Balcão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no local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40896-BC04-4DBC-9AB3-61797B42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86600"/>
            <a:ext cx="594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Meta 80 − total 45 = repor 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D9141-A0F3-49E4-B7F3-54A40B77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86700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28B4A-E375-42FE-8E0B-0ADA8595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86700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“Conferir local e pedido”.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37781-ACBB-4688-A4FC-5E358784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96325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F9C20-2983-487A-8B17-518C38A8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696325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Confira os horários. Atualize o que estiver antigo ou sem contagem.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CF36C-9536-4C69-B44E-B849080C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05950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E15B4-5FE8-4988-89DC-65AC4FDB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505950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“Gerar pedido com estas contagens”.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60AFA-5471-465B-964B-AEFF3582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67975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Vale a foto mais recente, conferida e salva, de cada equipamento.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C2DFA-6D56-47BE-A793-8CD54A6B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2.8.1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26148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CC437-E4E0-4031-88BC-380990A3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21d59414648de">
            <a:extLst>
              <a:ext uri="{96DAC541-7B7A-43D3-8B79-37D633B846F1}">
                <asvg:svgBlip xmlns:asvg="http://schemas.microsoft.com/office/drawing/2016/SVG/main" r:embed="R49c6adf0389446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DA44A-FE06-4A43-B60A-EF2A3C3E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2B239-5A2B-4857-B3EA-9B78C631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20B94-8404-436F-8FDD-97EAF2E0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5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C2FBB-EF43-4116-8F8E-B97C3DF4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Envio e pausas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FC529-859E-4EAB-8FBE-1966BD13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O estoque precisa receber o pedido.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5b9e30bbb4d68"/>
          <a:stretch xmlns:a="http://schemas.openxmlformats.org/drawingml/2006/main"/>
        </p:blipFill>
        <p:spPr>
          <a:xfrm xmlns:a="http://schemas.openxmlformats.org/drawingml/2006/main">
            <a:off x="2482453" y="4000500"/>
            <a:ext cx="1893094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33253-C10E-4567-8750-A502379E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627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F13E0-828E-40C8-B8AC-F4728EE9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“Enviar pelo WhatsApp”, escolha o grupo do estoque e envie. Peça a confirmação de recebimento.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24F7D-D4A9-4D5E-9F80-EBCBFEB8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295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62B30-98A4-454B-A264-58C91309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295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Não abriu? Use “Copiar texto” ou “Salvar imagem”.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A0B41-C5D0-462C-81F4-06FD21A6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963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CD537-7713-4F6F-A6C6-7370674E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8963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Precisou sair? Use “Pausar e trocar de operador”. Outra pessoa pode contar com o próprio nome.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71ACB-5ED2-41D3-9DEE-1D2CC182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Para retomar seu rascunho, entre com seu nome no mesmo aparelho e endereço. “Contagem guardada” ainda aguarda envio.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F89E1-B1ED-4759-93D5-1BF7DEA6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2.8.1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2916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2026-09-09T13:18:23.8980000Z</dcterms:created>
  <dcterms:modified xsi:type="dcterms:W3CDTF">2026-09-09T13:18:23.8980000Z</dcterms:modified>
</coreProperties>
</file>