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8b8b0af5954988" /><Relationship Type="http://schemas.openxmlformats.org/officeDocument/2006/relationships/extended-properties" Target="/docProps/app.xml" Id="Rca6edf38e96648bf" /><Relationship Type="http://schemas.openxmlformats.org/officeDocument/2006/relationships/officeDocument" Target="/ppt/presentation.xml" Id="R2b70fcbe00a641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468cce61274b2c"/>
  </p:sldMasterIdLst>
  <p:notesMasterIdLst>
    <p:notesMasterId xmlns:r="http://schemas.openxmlformats.org/officeDocument/2006/relationships" r:id="Rb2514983ec59459d"/>
  </p:notesMasterIdLst>
  <p:sldIdLst>
    <p:sldId xmlns:r="http://schemas.openxmlformats.org/officeDocument/2006/relationships" id="256" r:id="Rba1efec451f04540"/>
    <p:sldId xmlns:r="http://schemas.openxmlformats.org/officeDocument/2006/relationships" id="257" r:id="Rb36ec5f456034747"/>
    <p:sldId xmlns:r="http://schemas.openxmlformats.org/officeDocument/2006/relationships" id="258" r:id="R09034f4bdd4544f2"/>
    <p:sldId xmlns:r="http://schemas.openxmlformats.org/officeDocument/2006/relationships" id="259" r:id="R10769fcf5b864490"/>
    <p:sldId xmlns:r="http://schemas.openxmlformats.org/officeDocument/2006/relationships" id="260" r:id="R20100802819246e5"/>
  </p:sldIdLst>
  <p:sldSz cx="6858000" cy="121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ab6c280b2f40f9" /><Relationship Type="http://schemas.openxmlformats.org/officeDocument/2006/relationships/slideMaster" Target="/ppt/slideMasters/slideMaster1.xml" Id="R28468cce61274b2c" /><Relationship Type="http://schemas.openxmlformats.org/officeDocument/2006/relationships/notesMaster" Target="/ppt/notesMasters/notesMaster1.xml" Id="Rb2514983ec59459d" /><Relationship Type="http://schemas.openxmlformats.org/officeDocument/2006/relationships/presProps" Target="/ppt/presProps.xml" Id="Rf93df24f93a949f4" /><Relationship Type="http://schemas.openxmlformats.org/officeDocument/2006/relationships/tableStyles" Target="/ppt/tableStyles.xml" Id="Rdfda8faee41d4593" /><Relationship Type="http://schemas.openxmlformats.org/officeDocument/2006/relationships/slide" Target="/ppt/slides/slide1.xml" Id="Rba1efec451f04540" /><Relationship Type="http://schemas.openxmlformats.org/officeDocument/2006/relationships/slide" Target="/ppt/slides/slide2.xml" Id="Rb36ec5f456034747" /><Relationship Type="http://schemas.openxmlformats.org/officeDocument/2006/relationships/slide" Target="/ppt/slides/slide3.xml" Id="R09034f4bdd4544f2" /><Relationship Type="http://schemas.openxmlformats.org/officeDocument/2006/relationships/slide" Target="/ppt/slides/slide4.xml" Id="R10769fcf5b864490" /><Relationship Type="http://schemas.openxmlformats.org/officeDocument/2006/relationships/slide" Target="/ppt/slides/slide5.xml" Id="R20100802819246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b84358b6f046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fb698ea4894bff" /><Relationship Type="http://schemas.openxmlformats.org/officeDocument/2006/relationships/notesMaster" Target="/ppt/notesMasters/notesMaster1.xml" Id="R56a843f019d248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68188f87bc43be" /><Relationship Type="http://schemas.openxmlformats.org/officeDocument/2006/relationships/notesMaster" Target="/ppt/notesMasters/notesMaster1.xml" Id="R45698c2c0c1149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97d334b9c14201" /><Relationship Type="http://schemas.openxmlformats.org/officeDocument/2006/relationships/notesMaster" Target="/ppt/notesMasters/notesMaster1.xml" Id="R121af8bf9db540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160c07042e482b" /><Relationship Type="http://schemas.openxmlformats.org/officeDocument/2006/relationships/notesMaster" Target="/ppt/notesMasters/notesMaster1.xml" Id="R2795278e7e524b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999623ead245f1" /><Relationship Type="http://schemas.openxmlformats.org/officeDocument/2006/relationships/notesMaster" Target="/ppt/notesMasters/notesMaster1.xml" Id="R14b3f5072aaa4f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2.9.0. Nomes dos botões correspondem à interface. Números nas tabelas são exemplos ilustrativos, não o estoque real. Ilustrações geradas, não representam funcionários reais.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2.9.0. Nomes dos botões correspondem à interface. Números nas tabelas são exemplos ilustrativos, não o estoque real. Ilustrações geradas, não representam funcionários reais.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2.9.0. Nomes dos botões correspondem à interface. Números nas tabelas são exemplos ilustrativos, não o estoque real. Ilustrações geradas, não representam funcionários reais.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2.9.0. Nomes dos botões correspondem à interface. Números nas tabelas são exemplos ilustrativos, não o estoque real. Ilustrações geradas, não representam funcionários reais.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Guia operacional da Embaixada Carioca. Fonte: código do app https://www.embaixadacarioca.com/abastecer/ versão 2.9.0. Nomes dos botões correspondem à interface. Números nas tabelas são exemplos ilustrativos, não o estoque real. Ilustrações geradas, não representam funcionários reais. Abrir o WhatsApp não comprova recebimento. Não existe confirmação de entrega integrada neste fluxo.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9922ddde845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e929a4b7764e93" /><Relationship Type="http://schemas.openxmlformats.org/officeDocument/2006/relationships/slideLayout" Target="/ppt/slideLayouts/slideLayout1.xml" Id="R7d1b6505f25d43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1b6505f25d43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44d97506c49f2" /><Relationship Type="http://schemas.openxmlformats.org/officeDocument/2006/relationships/image" Target="/ppt/media/image.png" Id="R22fa94f055564c76" /><Relationship Type="http://schemas.openxmlformats.org/officeDocument/2006/relationships/image" Target="/ppt/media/image.svg" Id="R46fe88101c904d1b" /><Relationship Type="http://schemas.openxmlformats.org/officeDocument/2006/relationships/image" Target="/ppt/media/image2.png" Id="Rbb71a3d6e84c4b23" /><Relationship Type="http://schemas.openxmlformats.org/officeDocument/2006/relationships/notesSlide" Target="/ppt/notesSlides/notesSlide1.xml" Id="Rf174390eb58c47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211f7a67940c8" /><Relationship Type="http://schemas.openxmlformats.org/officeDocument/2006/relationships/image" Target="/ppt/media/image3.png" Id="R2806417f5ac5416a" /><Relationship Type="http://schemas.openxmlformats.org/officeDocument/2006/relationships/image" Target="/ppt/media/image2.svg" Id="Rb691f512ff024574" /><Relationship Type="http://schemas.openxmlformats.org/officeDocument/2006/relationships/image" Target="/ppt/media/image4.png" Id="R56297064505c4863" /><Relationship Type="http://schemas.openxmlformats.org/officeDocument/2006/relationships/notesSlide" Target="/ppt/notesSlides/notesSlide2.xml" Id="Rcecde1da800a48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59c027f3c4606" /><Relationship Type="http://schemas.openxmlformats.org/officeDocument/2006/relationships/image" Target="/ppt/media/image5.png" Id="Rc324fad9dea14cff" /><Relationship Type="http://schemas.openxmlformats.org/officeDocument/2006/relationships/image" Target="/ppt/media/image3.svg" Id="R98867911b63f49a0" /><Relationship Type="http://schemas.openxmlformats.org/officeDocument/2006/relationships/notesSlide" Target="/ppt/notesSlides/notesSlide3.xml" Id="Ra36e936ae0fb44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15036b2ec44ef" /><Relationship Type="http://schemas.openxmlformats.org/officeDocument/2006/relationships/image" Target="/ppt/media/image6.png" Id="Rcd890cc89e034ba2" /><Relationship Type="http://schemas.openxmlformats.org/officeDocument/2006/relationships/image" Target="/ppt/media/image4.svg" Id="R4939f4ef22cf4f92" /><Relationship Type="http://schemas.openxmlformats.org/officeDocument/2006/relationships/notesSlide" Target="/ppt/notesSlides/notesSlide4.xml" Id="Rea47f690c8aa4f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8985afc3b411c" /><Relationship Type="http://schemas.openxmlformats.org/officeDocument/2006/relationships/image" Target="/ppt/media/image7.png" Id="R59f64946de4248fe" /><Relationship Type="http://schemas.openxmlformats.org/officeDocument/2006/relationships/image" Target="/ppt/media/image5.svg" Id="R2ca60ffdf6ec4964" /><Relationship Type="http://schemas.openxmlformats.org/officeDocument/2006/relationships/image" Target="/ppt/media/image8.png" Id="Rf44a6ae8833f4079" /><Relationship Type="http://schemas.openxmlformats.org/officeDocument/2006/relationships/notesSlide" Target="/ppt/notesSlides/notesSlide5.xml" Id="Rc3cc80bfe85c4a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000C5-DA24-4DD2-97E9-40B98A5B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a94f055564c76">
            <a:extLst>
              <a:ext uri="{96DAC541-7B7A-43D3-8B79-37D633B846F1}">
                <asvg:svgBlip xmlns:asvg="http://schemas.microsoft.com/office/drawing/2016/SVG/main" r:embed="R46fe88101c904d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1551A-6477-4457-905E-1DB9190A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2213C-A968-4119-945B-6933B5C9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C2E51-A690-49C9-8F30-05B3F4FA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1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EA73B-5C1E-4DC9-9497-09B6F6C0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Início do turno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01142-9DCF-47FB-B988-8D3E8148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Fotografe, confira e peça só o que falta.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1a3d6e84c4b23"/>
          <a:stretch xmlns:a="http://schemas.openxmlformats.org/drawingml/2006/main"/>
        </p:blipFill>
        <p:spPr>
          <a:xfrm xmlns:a="http://schemas.openxmlformats.org/drawingml/2006/main">
            <a:off x="2196703" y="4000500"/>
            <a:ext cx="2464594" cy="3286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97DBC-BB87-46A9-80FA-67DE092C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9896A-BAEA-4445-BF00-159AD57B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52475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Selecione seu nome.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CAD74-C1D6-4DAB-8A91-B3F9E1F9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15325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6C136-9BAD-4A59-86B5-A4BD6952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315325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“Capturar selfie frontal”.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35CE1-AC04-471F-B229-BF490A8A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0590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CE238-17CD-4502-A36E-7FB29D57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10590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Com a selfie pronta, toque em “Iniciar turno”.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24537-F5EC-41E6-8392-F32B7B53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82250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A selfie vale para o turno. Não precisa repetir em cada geladeira.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CBF82-1338-4273-A322-4BBC33B1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2.9.0  •  10/09/2026</a:t>
            </a:r>
          </a:p>
        </p:txBody>
      </p:sp>
    </p:spTree>
    <p:extLst>
      <p:ext uri="{BB962C8B-B14F-4D97-AF65-F5344CB8AC3E}">
        <p14:creationId xmlns:p14="http://schemas.microsoft.com/office/powerpoint/2010/main" val="1024945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96F71-27C4-4A33-B617-CBBC8A01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6417f5ac5416a">
            <a:extLst>
              <a:ext uri="{96DAC541-7B7A-43D3-8B79-37D633B846F1}">
                <asvg:svgBlip xmlns:asvg="http://schemas.microsoft.com/office/drawing/2016/SVG/main" r:embed="Rb691f512ff0245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D159E-6380-4B51-882C-35B13D6F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E38E1-A00C-4DF6-9A8D-500AF85C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6B137-99C2-4402-8F3A-C6B164E8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2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63565-9659-4EB2-901E-B46A7FA0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Foto da geladeira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CF4E7-5201-4663-BAF2-B6F693D7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O local e a geladeira precisam estar certos.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97064505c4863"/>
          <a:stretch xmlns:a="http://schemas.openxmlformats.org/drawingml/2006/main"/>
        </p:blipFill>
        <p:spPr>
          <a:xfrm xmlns:a="http://schemas.openxmlformats.org/drawingml/2006/main">
            <a:off x="2196703" y="4000500"/>
            <a:ext cx="2464594" cy="3286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00935-72F8-4478-89A3-10C50E1F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2475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1C9D6-DF45-4A15-921A-AF9BC18D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52475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Escolha o local e a geladeira.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02514-50AB-415A-9B6C-BDC75C9B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15325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65F34-7944-42FE-8F11-F1F7C64C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315325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Fotografe a geladeira inteira e os detalhes necessários.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96E8E-3449-47EA-8F70-A5F6C59D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0590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02534-A5E5-4B7B-AEDF-3113C304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10590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Com as fotos prontas, toque em “Analisar com IA”.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8059D-84AB-4A03-8EA2-5CA2D91B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82250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Até 6 fotos do mesmo equipamento. Mostre rótulos, fundo e pilhas.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5EAA6-F6F5-421D-8898-E17A43A0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2.9.0  •  10/09/2026</a:t>
            </a:r>
          </a:p>
        </p:txBody>
      </p:sp>
    </p:spTree>
    <p:extLst>
      <p:ext uri="{BB962C8B-B14F-4D97-AF65-F5344CB8AC3E}">
        <p14:creationId xmlns:p14="http://schemas.microsoft.com/office/powerpoint/2010/main" val="2727282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2468E-DD2F-45BE-90AB-A28B3316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4fad9dea14cff">
            <a:extLst>
              <a:ext uri="{96DAC541-7B7A-43D3-8B79-37D633B846F1}">
                <asvg:svgBlip xmlns:asvg="http://schemas.microsoft.com/office/drawing/2016/SVG/main" r:embed="R98867911b63f49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95CE7-601F-452C-8691-88A72008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7A172-7DA6-4F03-9CC1-DC6AD9F6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FE2FD-B3A3-42BF-890C-1BDD2596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3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A03D4-9BC8-4543-B550-6F7320BF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Conferência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7C0F9-B3D0-45F0-ACEC-A77F12AE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A foto pode mostrar só parte do estoque.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A32F4-23C8-488D-BD22-AB764096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594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EXEMPLO DE CORREÇÃO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457200" y="4438650"/>
          <a:ext xmlns:a="http://schemas.openxmlformats.org/drawingml/2006/main" cx="59436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76600"/>
                <a:gridCol w="1333500"/>
                <a:gridCol w="1333500"/>
              </a:tblGrid>
              <a:tr h="762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Produto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Foto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Água sem gás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10223-8D9B-4D84-AF20-EAADC113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B4F4C-8A1E-400F-9F8D-2DDD8D51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1030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Confira também o fundo e as unidades empilhadas.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F0C83-E2B1-4CB2-AB57-D1BB0FC5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00875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FA6CE-DFC0-451E-8983-D0A2B23B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00875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Digite o total e toque em “Conferi o total”.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1F8E5-81F3-4A2B-8535-394548E6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91450"/>
            <a:ext cx="457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DE04A-462A-49AD-8919-4128085D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791450"/>
            <a:ext cx="5410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Depois, toque em “Confirmar esta geladeira”.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1BC61-B70F-477C-BDD7-3214F086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24950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“Não identificado” não é zero. Digite 0 somente se não houver unidades.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563CA-7463-402E-8615-02CDFEE9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2.9.0  •  10/09/2026</a:t>
            </a:r>
          </a:p>
        </p:txBody>
      </p:sp>
    </p:spTree>
    <p:extLst>
      <p:ext uri="{BB962C8B-B14F-4D97-AF65-F5344CB8AC3E}">
        <p14:creationId xmlns:p14="http://schemas.microsoft.com/office/powerpoint/2010/main" val="8892933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DC47B-2708-450D-8EFF-96B42EAD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90cc89e034ba2">
            <a:extLst>
              <a:ext uri="{96DAC541-7B7A-43D3-8B79-37D633B846F1}">
                <asvg:svgBlip xmlns:asvg="http://schemas.microsoft.com/office/drawing/2016/SVG/main" r:embed="R4939f4ef22cf4f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DF903-1201-4153-9B56-E29FB301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F03DC-2E1D-44E3-AEFB-D6AB22C0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FFDAB-E55C-4BBC-884B-F1984346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4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6562F-C8E4-44BB-8ED3-29035191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Pedido do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3082B-0C93-4465-B3C4-DF094E65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Água em outra geladeira também entra na soma.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A05E7-F175-4C25-8745-F0B0FA41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594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EXEMPLO ILUSTRATIVO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457200" y="4438650"/>
          <a:ext xmlns:a="http://schemas.openxmlformats.org/drawingml/2006/main" cx="59436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752600"/>
              </a:tblGrid>
              <a:tr h="48006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Equipamento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Águas</a:t>
                      </a:r>
                    </a:p>
                  </a:txBody>
                  <a:tcPr marL="91440" marR="91440" marT="45720" marB="45720">
                    <a:solidFill>
                      <a:srgbClr val="00405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Heineken Esquerda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Heineken Centro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Heineken Direita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 no local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0405A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EADCC5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091E0-5C03-4C72-8966-4CCED040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86600"/>
            <a:ext cx="594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Meta 80 − total 45 = repor 35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7A4FE-1E65-4124-8A11-2F530BE0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86700"/>
            <a:ext cx="457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C6E70-EA28-4107-BC3B-EDDF74B6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86700"/>
            <a:ext cx="541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“Conferir local e pedido”.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718F9-7814-41F3-9306-A9707B15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96325"/>
            <a:ext cx="457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2220A-F5CD-45CB-ACD3-06CA8C71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696325"/>
            <a:ext cx="541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Confira os horários. Atualize o que estiver antigo ou sem contagem.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64A99-4E2D-461E-A50D-081F2108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05950"/>
            <a:ext cx="457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096D9-2017-4148-BF45-76DF2FEF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505950"/>
            <a:ext cx="541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“Gerar pedido com estas contagens”.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E8AFE-20C3-4C0F-B42A-467C9AB3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67975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Vale a foto mais recente, conferida e salva, de cada equipamento.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7EA24C-064A-42C9-BF52-4B2C3211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2.9.0  •  10/09/2026</a:t>
            </a:r>
          </a:p>
        </p:txBody>
      </p:sp>
    </p:spTree>
    <p:extLst>
      <p:ext uri="{BB962C8B-B14F-4D97-AF65-F5344CB8AC3E}">
        <p14:creationId xmlns:p14="http://schemas.microsoft.com/office/powerpoint/2010/main" val="13386979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BA64A-FCD2-473A-9D73-F70D96EA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05A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64946de4248fe">
            <a:extLst>
              <a:ext uri="{96DAC541-7B7A-43D3-8B79-37D633B846F1}">
                <asvg:svgBlip xmlns:asvg="http://schemas.microsoft.com/office/drawing/2016/SVG/main" r:embed="R2ca60ffdf6ec49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200" y="266700"/>
            <a:ext cx="704850" cy="72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7B125-D431-485D-AFB6-9EF134E6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EMBAIXADA CARIOCA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81124-3834-4594-89FF-50DD0D8E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FE4D1"/>
                </a:solidFill>
                <a:latin typeface="DejaVu Sans"/>
                <a:ea typeface="DejaVu Sans"/>
                <a:cs typeface="DejaVu Sans"/>
              </a:rPr>
              <a:t>REPOSIÇÃO • GUIA DO CELULAR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1B457-0410-4027-B202-5421648C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5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77B43-81CA-40AD-8646-29BE35CF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594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Envio e pausas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6B6EF-7F43-4DA8-8DBC-5AB068A4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5943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O estoque precisa receber o pedido.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a6ae8833f4079"/>
          <a:stretch xmlns:a="http://schemas.openxmlformats.org/drawingml/2006/main"/>
        </p:blipFill>
        <p:spPr>
          <a:xfrm xmlns:a="http://schemas.openxmlformats.org/drawingml/2006/main">
            <a:off x="2482453" y="4000500"/>
            <a:ext cx="1893094" cy="25241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8E351-3CA0-46C5-AED4-20E93A59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62750"/>
            <a:ext cx="457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2255B-4BB4-498F-8A72-2B4B6E04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62750"/>
            <a:ext cx="5410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Toque em “Enviar pelo WhatsApp”, escolha o grupo do estoque e envie. Peça a confirmação de recebimento.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F2650-8446-462A-B786-8B913534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29550"/>
            <a:ext cx="457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67966-486C-4A48-A8CC-37866CE6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29550"/>
            <a:ext cx="5410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Não abriu? Use “Copiar texto” ou “Salvar imagem”.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C3422-CF9C-4ED4-A6A0-E379DA99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896350"/>
            <a:ext cx="457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EE14A-7C9C-4D73-86CB-5D25F86B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896350"/>
            <a:ext cx="5410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Precisou sair? Use “Pausar e trocar de operador”. Outra pessoa pode contar com o próprio nome.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99088-4437-44BC-93F6-1031F242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382250"/>
            <a:ext cx="5943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405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405A"/>
                </a:solidFill>
                <a:latin typeface="DejaVu Sans"/>
                <a:ea typeface="DejaVu Sans"/>
                <a:cs typeface="DejaVu Sans"/>
              </a:rPr>
              <a:t>Para retomar seu rascunho, entre com seu nome no mesmo aparelho e endereço. “Contagem guardada” ainda aguarda envio.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65495-9CAA-46BB-939A-D348DEB7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0"/>
            <a:ext cx="594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15462"/>
                </a:solidFill>
                <a:latin typeface="DejaVu Sans"/>
                <a:ea typeface="DejaVu Sans"/>
                <a:cs typeface="DejaVu Sans"/>
              </a:rPr>
              <a:t>Manual 2.9.0  •  10/09/2026</a:t>
            </a:r>
          </a:p>
        </p:txBody>
      </p:sp>
    </p:spTree>
    <p:extLst>
      <p:ext uri="{BB962C8B-B14F-4D97-AF65-F5344CB8AC3E}">
        <p14:creationId xmlns:p14="http://schemas.microsoft.com/office/powerpoint/2010/main" val="180888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2026-09-10T21:06:27.4150000Z</dcterms:created>
  <dcterms:modified xsi:type="dcterms:W3CDTF">2026-09-10T21:06:27.4150000Z</dcterms:modified>
</coreProperties>
</file>