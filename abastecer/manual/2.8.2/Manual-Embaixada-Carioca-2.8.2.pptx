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d45bc105784286" /><Relationship Type="http://schemas.openxmlformats.org/officeDocument/2006/relationships/extended-properties" Target="/docProps/app.xml" Id="R5cbdaf9db0d34326" /><Relationship Type="http://schemas.openxmlformats.org/officeDocument/2006/relationships/officeDocument" Target="/ppt/presentation.xml" Id="R35c9674ab28642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591d4ae6c45b3"/>
  </p:sldMasterIdLst>
  <p:notesMasterIdLst>
    <p:notesMasterId xmlns:r="http://schemas.openxmlformats.org/officeDocument/2006/relationships" r:id="R2bfd2b00e5a84a2e"/>
  </p:notesMasterIdLst>
  <p:sldIdLst>
    <p:sldId xmlns:r="http://schemas.openxmlformats.org/officeDocument/2006/relationships" id="256" r:id="R45b6dd85c47f40fe"/>
    <p:sldId xmlns:r="http://schemas.openxmlformats.org/officeDocument/2006/relationships" id="257" r:id="R0ea46b5d3bc84caa"/>
    <p:sldId xmlns:r="http://schemas.openxmlformats.org/officeDocument/2006/relationships" id="258" r:id="Re6c11f2ad7fc406e"/>
    <p:sldId xmlns:r="http://schemas.openxmlformats.org/officeDocument/2006/relationships" id="259" r:id="Reb3aee627ddb4f34"/>
    <p:sldId xmlns:r="http://schemas.openxmlformats.org/officeDocument/2006/relationships" id="260" r:id="R16cc2b6e7bb64637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8a8df02cd34ca4" /><Relationship Type="http://schemas.openxmlformats.org/officeDocument/2006/relationships/slideMaster" Target="/ppt/slideMasters/slideMaster1.xml" Id="R18e591d4ae6c45b3" /><Relationship Type="http://schemas.openxmlformats.org/officeDocument/2006/relationships/notesMaster" Target="/ppt/notesMasters/notesMaster1.xml" Id="R2bfd2b00e5a84a2e" /><Relationship Type="http://schemas.openxmlformats.org/officeDocument/2006/relationships/presProps" Target="/ppt/presProps.xml" Id="R644c6f1a4c0f4cc3" /><Relationship Type="http://schemas.openxmlformats.org/officeDocument/2006/relationships/tableStyles" Target="/ppt/tableStyles.xml" Id="R8dd5a7a2af76494b" /><Relationship Type="http://schemas.openxmlformats.org/officeDocument/2006/relationships/slide" Target="/ppt/slides/slide1.xml" Id="R45b6dd85c47f40fe" /><Relationship Type="http://schemas.openxmlformats.org/officeDocument/2006/relationships/slide" Target="/ppt/slides/slide2.xml" Id="R0ea46b5d3bc84caa" /><Relationship Type="http://schemas.openxmlformats.org/officeDocument/2006/relationships/slide" Target="/ppt/slides/slide3.xml" Id="Re6c11f2ad7fc406e" /><Relationship Type="http://schemas.openxmlformats.org/officeDocument/2006/relationships/slide" Target="/ppt/slides/slide4.xml" Id="Reb3aee627ddb4f34" /><Relationship Type="http://schemas.openxmlformats.org/officeDocument/2006/relationships/slide" Target="/ppt/slides/slide5.xml" Id="R16cc2b6e7bb6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299f11e0ec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31feedbd64b43" /><Relationship Type="http://schemas.openxmlformats.org/officeDocument/2006/relationships/notesMaster" Target="/ppt/notesMasters/notesMaster1.xml" Id="R0d81b8d40a1d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9f1d0569784514" /><Relationship Type="http://schemas.openxmlformats.org/officeDocument/2006/relationships/notesMaster" Target="/ppt/notesMasters/notesMaster1.xml" Id="Rdf73e1eed615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1c072e16e94539" /><Relationship Type="http://schemas.openxmlformats.org/officeDocument/2006/relationships/notesMaster" Target="/ppt/notesMasters/notesMaster1.xml" Id="Rfca5caddfca14a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6147271d84584" /><Relationship Type="http://schemas.openxmlformats.org/officeDocument/2006/relationships/notesMaster" Target="/ppt/notesMasters/notesMaster1.xml" Id="R518808d371ca4a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13380ba8e4e7f" /><Relationship Type="http://schemas.openxmlformats.org/officeDocument/2006/relationships/notesMaster" Target="/ppt/notesMasters/notesMaster1.xml" Id="R4a1122dd3efa4e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2.8.2.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2.8.2.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2.8.2.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2.8.2.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2.8.2. Nomes dos botões correspondem à interface. Números nas tabelas são exemplos ilustrativos, não o estoque real. Ilustrações geradas, não representam funcionários reais. Abrir o WhatsApp não comprova recebimento. Não existe confirmação de entrega integrada neste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b905ecf964c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f077e735a41ef" /><Relationship Type="http://schemas.openxmlformats.org/officeDocument/2006/relationships/slideLayout" Target="/ppt/slideLayouts/slideLayout1.xml" Id="R9fa9e3c568cb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9e3c568cb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a8fe8f0e64af8" /><Relationship Type="http://schemas.openxmlformats.org/officeDocument/2006/relationships/image" Target="/ppt/media/image.png" Id="R3c792f8738784030" /><Relationship Type="http://schemas.openxmlformats.org/officeDocument/2006/relationships/image" Target="/ppt/media/image.svg" Id="R07d676eaf26b48c6" /><Relationship Type="http://schemas.openxmlformats.org/officeDocument/2006/relationships/image" Target="/ppt/media/image2.png" Id="R66c723729d1d4425" /><Relationship Type="http://schemas.openxmlformats.org/officeDocument/2006/relationships/notesSlide" Target="/ppt/notesSlides/notesSlide1.xml" Id="R1962b0e78e64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bf9b0a74144eb" /><Relationship Type="http://schemas.openxmlformats.org/officeDocument/2006/relationships/image" Target="/ppt/media/image3.png" Id="Ra7031f3338cb4492" /><Relationship Type="http://schemas.openxmlformats.org/officeDocument/2006/relationships/image" Target="/ppt/media/image2.svg" Id="Rca31513a11734628" /><Relationship Type="http://schemas.openxmlformats.org/officeDocument/2006/relationships/image" Target="/ppt/media/image4.png" Id="R6476c48ba68c4032" /><Relationship Type="http://schemas.openxmlformats.org/officeDocument/2006/relationships/notesSlide" Target="/ppt/notesSlides/notesSlide2.xml" Id="Rf2afc216a08a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8f10a60d54ac8" /><Relationship Type="http://schemas.openxmlformats.org/officeDocument/2006/relationships/image" Target="/ppt/media/image5.png" Id="R6cf96d36fa804669" /><Relationship Type="http://schemas.openxmlformats.org/officeDocument/2006/relationships/image" Target="/ppt/media/image3.svg" Id="R7e6929c66c2f402a" /><Relationship Type="http://schemas.openxmlformats.org/officeDocument/2006/relationships/notesSlide" Target="/ppt/notesSlides/notesSlide3.xml" Id="R64970b24f5d9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cac81207844bb" /><Relationship Type="http://schemas.openxmlformats.org/officeDocument/2006/relationships/image" Target="/ppt/media/image6.png" Id="Re3b452ed80a24e83" /><Relationship Type="http://schemas.openxmlformats.org/officeDocument/2006/relationships/image" Target="/ppt/media/image4.svg" Id="Rf33813a843d74f51" /><Relationship Type="http://schemas.openxmlformats.org/officeDocument/2006/relationships/notesSlide" Target="/ppt/notesSlides/notesSlide4.xml" Id="R0ad8502bca12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eee7bff74346" /><Relationship Type="http://schemas.openxmlformats.org/officeDocument/2006/relationships/image" Target="/ppt/media/image7.png" Id="R99834e344f4a43cf" /><Relationship Type="http://schemas.openxmlformats.org/officeDocument/2006/relationships/image" Target="/ppt/media/image5.svg" Id="R6d5cecfae2714c6c" /><Relationship Type="http://schemas.openxmlformats.org/officeDocument/2006/relationships/image" Target="/ppt/media/image8.png" Id="Rd9313ad628c94c85" /><Relationship Type="http://schemas.openxmlformats.org/officeDocument/2006/relationships/notesSlide" Target="/ppt/notesSlides/notesSlide5.xml" Id="Rad392b0d0ad541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94637-97D8-4FBD-BA0C-9931D8D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92f8738784030">
            <a:extLst>
              <a:ext uri="{96DAC541-7B7A-43D3-8B79-37D633B846F1}">
                <asvg:svgBlip xmlns:asvg="http://schemas.microsoft.com/office/drawing/2016/SVG/main" r:embed="R07d676eaf26b48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507A9-0EBE-4F07-8E1E-A64CF0F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0F88-36A1-40D3-924C-8970DD4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8949-6F8A-405A-97B7-0E1813BB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1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D0D40-9811-463C-85DB-4640B0D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Início do turno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204A6-5729-4149-9A11-D89F50F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Fotografe, confira e peça só o que falta.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723729d1d4425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3E699-4704-4B45-BBA3-8607EC4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D5126-8DA0-4884-AEF9-7715026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Selecione seu nome.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B9CCA-AFBF-4342-AE9D-621F1E65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015BE-35FF-4C45-B701-D1E1D4B8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“Capturar selfie frontal”.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A621B-59BB-4099-89B9-18D83B7E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FEB00-9921-4A90-905B-EB78651D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Com a selfie pronta, toque em “Iniciar turno”.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578F9-CAC7-42B1-B77A-54FC637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A selfie vale para o turno. Não precisa repetir em cada geladeira.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426EC-9FEB-42E9-8094-AA3286B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2.8.2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348518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B17AD-8DF4-4B2C-A265-565DB80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31f3338cb4492">
            <a:extLst>
              <a:ext uri="{96DAC541-7B7A-43D3-8B79-37D633B846F1}">
                <asvg:svgBlip xmlns:asvg="http://schemas.microsoft.com/office/drawing/2016/SVG/main" r:embed="Rca31513a117346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4F897-B0B4-4527-A308-0083B2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9B85E-18BF-4FDE-864A-3E06952A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C77A4-FAD4-4865-82B5-715F87DB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278E2-F73B-448A-8F26-0F8A71F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Foto da geladeira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6B38C-EB39-4BE9-A488-48720849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local e a geladeira precisam estar certos.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6c48ba68c4032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76C8A-2545-4533-9B88-971B41FC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45115-FA0F-47FD-972D-688577C6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Escolha o setor /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C17AB-1978-4E3A-B8BB-0A7815A2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FA5B1-A52E-4B4E-B2E2-554177F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No equipamento certo, toque em “Fotografar”.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2C5CE-6B04-4947-9333-9F2D6528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40FF6-D537-49D1-95AA-D2F7E861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Enquadre todas as prateleiras. Depois toque em “Analisar com IA”.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F659D-6FE1-41F5-8CAC-61A77AFE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Use “Adicionar foto” só para ponto cego. Toque em ? para ajuda rápida.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E5756-92FB-43ED-A487-4BA7D2D6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2.8.2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68546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DADC5-0505-4019-BDB3-42E87D70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96d36fa804669">
            <a:extLst>
              <a:ext uri="{96DAC541-7B7A-43D3-8B79-37D633B846F1}">
                <asvg:svgBlip xmlns:asvg="http://schemas.microsoft.com/office/drawing/2016/SVG/main" r:embed="R7e6929c66c2f40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B67B6-5ED4-4E13-9687-61D7BA2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0CE48-13CB-4293-90A4-2F22C15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3E873-4A7E-4C4A-A113-779F5A82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3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42C1-B9D4-480D-9DE8-87BAC24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B14C4-1BD5-4FAD-960A-5DCA031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A IA conta. Você confere.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9A449-F2E9-4931-BAC4-B33AC209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DE CORREÇÃO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1333500"/>
                <a:gridCol w="1333500"/>
              </a:tblGrid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Você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 sem gás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92A14-4AC1-409C-BFEF-0EF33A3E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C8BAE-F3A6-4496-A789-E28A20B2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 produto e a quantidade na geladeira.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B71B9-EF53-400F-881A-98AEFD6E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0087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B7573-5D48-4E88-A7B0-258D8B7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0087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Use + e − ou toque no número para digitar.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E7D64-6427-41B6-80A1-868DCED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914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F10A7-8273-4558-9CCB-423EB995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914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“Confirmar esta geladeira”.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9E55D-45AA-4C56-81F2-E71B0B2F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249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Produto fora da posição também conta. Se a foto não estiver clara, toque em “Refazer”.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BD99D-61F0-4323-86D1-F8A57532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2.8.2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2084797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FC165-18A8-44F4-B346-A01837F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452ed80a24e83">
            <a:extLst>
              <a:ext uri="{96DAC541-7B7A-43D3-8B79-37D633B846F1}">
                <asvg:svgBlip xmlns:asvg="http://schemas.microsoft.com/office/drawing/2016/SVG/main" r:embed="Rf33813a843d74f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FA53C-947F-4ECE-A31A-A371E71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B910E-61F3-4470-BD08-8B9BD89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80D82-6E86-46A2-BC56-4B0968EE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4008F-43D0-4366-8D6D-96238E2C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Pedido do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779EF-910A-4AFB-85BD-3D33866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Água em outra geladeira também entra na 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CD197-ACB0-4926-BC68-AE923A6A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ILUSTRATIVO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52600"/>
              </a:tblGrid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Equipamento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Águas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Esquerda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Centro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Direita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Balcão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no local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62973-9C40-48DE-A98C-CD786E1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86600"/>
            <a:ext cx="594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Meta 80 − total 45 = repor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610BF-EF1B-4705-A494-F507EE0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8670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4841-71FB-4226-870E-8A7FC5D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“Conferir local e pedido”.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E62B0-D38E-447D-A22F-FBD450F3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96325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03E51-11B0-439C-8314-25A234E5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696325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os horários. Atualize o que estiver antigo ou sem contagem.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3BF62-B543-4CD7-B04D-A68ADC4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0595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E53D4-0C99-4010-8D36-543B5D5B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50595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“Gerar pedido com estas contagens”.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84662-929D-4153-8A5C-A27629F5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67975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Vale a foto mais recente, conferida e salva, de cada equipamento.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7E50B-4D1C-427B-BBDC-88F53C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2.8.2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1506560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1CAB4-A287-48D8-A110-0FD5088F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34e344f4a43cf">
            <a:extLst>
              <a:ext uri="{96DAC541-7B7A-43D3-8B79-37D633B846F1}">
                <asvg:svgBlip xmlns:asvg="http://schemas.microsoft.com/office/drawing/2016/SVG/main" r:embed="R6d5cecfae2714c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43254-7451-4595-B0C2-E2C6DEE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EB809-F51C-4C1A-9E65-518D2ED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8D9A-37D7-44C0-8E81-DCF44258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DF3B-944F-42B3-8CBC-2AEFC40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Envio e pausas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80EEC-69F0-461A-B723-572BCDE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estoque precisa receber o pedido.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13ad628c94c85"/>
          <a:stretch xmlns:a="http://schemas.openxmlformats.org/drawingml/2006/main"/>
        </p:blipFill>
        <p:spPr>
          <a:xfrm xmlns:a="http://schemas.openxmlformats.org/drawingml/2006/main">
            <a:off x="2482453" y="4000500"/>
            <a:ext cx="1893094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EA883-CD43-4AC9-A99C-A5F720A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627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4618A-8F71-46EE-AC16-71D00A9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“Enviar pelo WhatsApp”, escolha o grupo do estoque e envie. Peça a confirmação de recebimento.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4B260-97A8-4FB8-BFE3-0249B09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809E0-3A73-4B7B-8BC2-15DDE5A1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295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Não abriu? Use “Copiar texto” ou “Salvar imagem”.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B103D-DD17-4F3B-BE19-DBBA48F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963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EAA1A-53FB-4846-B3F2-B31F6B0A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8963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Precisou sair? Use “Pausar e trocar de operador”. Outra pessoa pode contar com o próprio nome.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12F39-E8E5-4CF7-8E6C-D9CF1C4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Para retomar seu rascunho, entre com seu nome no mesmo aparelho e endereço. “Contagem guardada” ainda aguarda envio.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03923-C2AE-41CD-8E13-A67B93CF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2.8.2  •  09/09/2026</a:t>
            </a:r>
          </a:p>
        </p:txBody>
      </p:sp>
    </p:spTree>
    <p:extLst>
      <p:ext uri="{BB962C8B-B14F-4D97-AF65-F5344CB8AC3E}">
        <p14:creationId xmlns:p14="http://schemas.microsoft.com/office/powerpoint/2010/main" val="10582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2026-09-09T13:21:59.1670000Z</dcterms:created>
  <dcterms:modified xsi:type="dcterms:W3CDTF">2026-09-09T13:21:59.1670000Z</dcterms:modified>
</coreProperties>
</file>