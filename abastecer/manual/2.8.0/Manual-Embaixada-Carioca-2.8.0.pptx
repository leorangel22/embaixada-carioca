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2a54d56ec4816" /><Relationship Type="http://schemas.openxmlformats.org/officeDocument/2006/relationships/extended-properties" Target="/docProps/app.xml" Id="Rb042844a294141d3" /><Relationship Type="http://schemas.openxmlformats.org/officeDocument/2006/relationships/officeDocument" Target="/ppt/presentation.xml" Id="R36f3fbb24682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eb693301d44e96"/>
  </p:sldMasterIdLst>
  <p:notesMasterIdLst>
    <p:notesMasterId xmlns:r="http://schemas.openxmlformats.org/officeDocument/2006/relationships" r:id="Rb10946225c0d440a"/>
  </p:notesMasterIdLst>
  <p:sldIdLst>
    <p:sldId xmlns:r="http://schemas.openxmlformats.org/officeDocument/2006/relationships" id="256" r:id="Rd352eedd358942d7"/>
    <p:sldId xmlns:r="http://schemas.openxmlformats.org/officeDocument/2006/relationships" id="257" r:id="R48a9a4a053f64e83"/>
    <p:sldId xmlns:r="http://schemas.openxmlformats.org/officeDocument/2006/relationships" id="258" r:id="R5ac1a40a14934cf6"/>
    <p:sldId xmlns:r="http://schemas.openxmlformats.org/officeDocument/2006/relationships" id="259" r:id="R7edfe2329ebc41ec"/>
    <p:sldId xmlns:r="http://schemas.openxmlformats.org/officeDocument/2006/relationships" id="260" r:id="Rf00a27e53c3c4948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a8a325cb8e4cc9" /><Relationship Type="http://schemas.openxmlformats.org/officeDocument/2006/relationships/slideMaster" Target="/ppt/slideMasters/slideMaster1.xml" Id="R76eb693301d44e96" /><Relationship Type="http://schemas.openxmlformats.org/officeDocument/2006/relationships/notesMaster" Target="/ppt/notesMasters/notesMaster1.xml" Id="Rb10946225c0d440a" /><Relationship Type="http://schemas.openxmlformats.org/officeDocument/2006/relationships/presProps" Target="/ppt/presProps.xml" Id="Rd3cb66abf4fd4f6c" /><Relationship Type="http://schemas.openxmlformats.org/officeDocument/2006/relationships/tableStyles" Target="/ppt/tableStyles.xml" Id="R8c84d6d0f19748df" /><Relationship Type="http://schemas.openxmlformats.org/officeDocument/2006/relationships/slide" Target="/ppt/slides/slide1.xml" Id="Rd352eedd358942d7" /><Relationship Type="http://schemas.openxmlformats.org/officeDocument/2006/relationships/slide" Target="/ppt/slides/slide2.xml" Id="R48a9a4a053f64e83" /><Relationship Type="http://schemas.openxmlformats.org/officeDocument/2006/relationships/slide" Target="/ppt/slides/slide3.xml" Id="R5ac1a40a14934cf6" /><Relationship Type="http://schemas.openxmlformats.org/officeDocument/2006/relationships/slide" Target="/ppt/slides/slide4.xml" Id="R7edfe2329ebc41ec" /><Relationship Type="http://schemas.openxmlformats.org/officeDocument/2006/relationships/slide" Target="/ppt/slides/slide5.xml" Id="Rf00a27e53c3c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0ce0944b694f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b9b9a32264f4d" /><Relationship Type="http://schemas.openxmlformats.org/officeDocument/2006/relationships/notesMaster" Target="/ppt/notesMasters/notesMaster1.xml" Id="R3f2519880b294c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7558e7c12c4775" /><Relationship Type="http://schemas.openxmlformats.org/officeDocument/2006/relationships/notesMaster" Target="/ppt/notesMasters/notesMaster1.xml" Id="R871035e130a94f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2b389f71a349d6" /><Relationship Type="http://schemas.openxmlformats.org/officeDocument/2006/relationships/notesMaster" Target="/ppt/notesMasters/notesMaster1.xml" Id="R1be2576da3f7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763df7543f45b0" /><Relationship Type="http://schemas.openxmlformats.org/officeDocument/2006/relationships/notesMaster" Target="/ppt/notesMasters/notesMaster1.xml" Id="R705e885cb39240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5a562eec24249" /><Relationship Type="http://schemas.openxmlformats.org/officeDocument/2006/relationships/notesMaster" Target="/ppt/notesMasters/notesMaster1.xml" Id="R736b23b08a5c47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2.8.0. Nomes dos botões correspondem à interface. Números nas tabelas são exemplos ilustrativos, não o estoque real. Ilustrações geradas, não representam funcionários reais. Abrir o WhatsApp não comprova recebimento. Não existe confirmação de entrega integrada neste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a06a0473449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e2895e357e4290" /><Relationship Type="http://schemas.openxmlformats.org/officeDocument/2006/relationships/slideLayout" Target="/ppt/slideLayouts/slideLayout1.xml" Id="Rac03348b04684a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03348b04684a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78a5645ee46e3" /><Relationship Type="http://schemas.openxmlformats.org/officeDocument/2006/relationships/image" Target="/ppt/media/image.png" Id="Re59c36a5f8ad4d75" /><Relationship Type="http://schemas.openxmlformats.org/officeDocument/2006/relationships/image" Target="/ppt/media/image.svg" Id="Ra9757cfe87d04971" /><Relationship Type="http://schemas.openxmlformats.org/officeDocument/2006/relationships/image" Target="/ppt/media/image2.png" Id="Rdffacebbfb654bca" /><Relationship Type="http://schemas.openxmlformats.org/officeDocument/2006/relationships/notesSlide" Target="/ppt/notesSlides/notesSlide1.xml" Id="R0291ad235d2d45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ba9a98720454d" /><Relationship Type="http://schemas.openxmlformats.org/officeDocument/2006/relationships/image" Target="/ppt/media/image3.png" Id="R2161652912744516" /><Relationship Type="http://schemas.openxmlformats.org/officeDocument/2006/relationships/image" Target="/ppt/media/image2.svg" Id="R66a230e6c59c46fb" /><Relationship Type="http://schemas.openxmlformats.org/officeDocument/2006/relationships/image" Target="/ppt/media/image4.png" Id="R34e36a7751f34df1" /><Relationship Type="http://schemas.openxmlformats.org/officeDocument/2006/relationships/notesSlide" Target="/ppt/notesSlides/notesSlide2.xml" Id="Rafed69cff311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6bd179844022" /><Relationship Type="http://schemas.openxmlformats.org/officeDocument/2006/relationships/image" Target="/ppt/media/image5.png" Id="R806871eedf2d41e4" /><Relationship Type="http://schemas.openxmlformats.org/officeDocument/2006/relationships/image" Target="/ppt/media/image3.svg" Id="Re693eb2bbc5e4569" /><Relationship Type="http://schemas.openxmlformats.org/officeDocument/2006/relationships/notesSlide" Target="/ppt/notesSlides/notesSlide3.xml" Id="Rdac393ac23874a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e41780ec64a40" /><Relationship Type="http://schemas.openxmlformats.org/officeDocument/2006/relationships/image" Target="/ppt/media/image6.png" Id="Ra4d3995d91544a24" /><Relationship Type="http://schemas.openxmlformats.org/officeDocument/2006/relationships/image" Target="/ppt/media/image4.svg" Id="Rd758c3f7bd4340e8" /><Relationship Type="http://schemas.openxmlformats.org/officeDocument/2006/relationships/notesSlide" Target="/ppt/notesSlides/notesSlide4.xml" Id="Rb8c4036f9fda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469a8272a47e5" /><Relationship Type="http://schemas.openxmlformats.org/officeDocument/2006/relationships/image" Target="/ppt/media/image7.png" Id="R8ac8a5a17cbf4b45" /><Relationship Type="http://schemas.openxmlformats.org/officeDocument/2006/relationships/image" Target="/ppt/media/image5.svg" Id="R564413385db24685" /><Relationship Type="http://schemas.openxmlformats.org/officeDocument/2006/relationships/image" Target="/ppt/media/image8.png" Id="R1af89667c8dd469c" /><Relationship Type="http://schemas.openxmlformats.org/officeDocument/2006/relationships/notesSlide" Target="/ppt/notesSlides/notesSlide5.xml" Id="R5fd1202a19be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AF9B0-96FB-421F-92D4-26B7670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c36a5f8ad4d75">
            <a:extLst>
              <a:ext uri="{96DAC541-7B7A-43D3-8B79-37D633B846F1}">
                <asvg:svgBlip xmlns:asvg="http://schemas.microsoft.com/office/drawing/2016/SVG/main" r:embed="Ra9757cfe87d049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A9F60-0FAB-4B6D-A7F6-0FF603C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E9B70-F0B4-4301-AAB5-7573CA65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5CE6C-BFBB-42FD-8D2D-5613081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1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0AF10-0AE8-4C90-BCDF-063EF1BA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Início do turno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1C94D-F66E-47C6-B41F-78A060F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Seu nome identifica a contagem.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acebbfb654bca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60D84-B673-4DB2-9365-D9EFC578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5445E-D423-4BA2-974A-79F025CF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Selecione seu nome.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12A33-A7DA-4B50-A467-A56ACADB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70F9E-A8D1-4C15-927D-6D340BCB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“Capturar selfie frontal”.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A8C59-930D-4050-A2F6-264B600A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0D9EC-B510-4C77-A8F8-254B3E7D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Com a selfie pronta, toque em “Iniciar turno”.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D7E95-CE7B-4EDC-9E13-DFD21196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A selfie vale para o turno. Não precisa repetir em cada geladeira.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D218F-2CCC-42DE-B505-81308900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2.8.0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846474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74115-E456-400C-87E7-A5FB778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1652912744516">
            <a:extLst>
              <a:ext uri="{96DAC541-7B7A-43D3-8B79-37D633B846F1}">
                <asvg:svgBlip xmlns:asvg="http://schemas.microsoft.com/office/drawing/2016/SVG/main" r:embed="R66a230e6c59c46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4A94B-3CC0-415E-9A04-76CC90D8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DE19B-4219-46C4-9834-F826803B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35E10-2DD2-4087-8A42-4A16479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D6CC4-731A-4EAA-9B2B-EDF1982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Foto da geladeira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30393-66C9-46AB-98BF-FD2CC885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local e a geladeira precisam estar certos.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36a7751f34df1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217A5-7826-444D-B721-1D876E78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3659F-1ECE-4351-8EB4-F263A93D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Escolha o setor / local.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932E7-0EC7-4B4B-ACF3-9B40B2DD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3716B-2DD8-4C65-95DC-1C3DE086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No equipamento certo, toque em “Fotografar”.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C7B21-6102-4FDE-B637-11E21947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77FE2-7D45-4D76-980A-893BE30D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Enquadre todas as prateleiras. Depois toque em “Analisar com IA”.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A28DA-6E79-4423-914B-990A7A8B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Uma foto frontal. Use “Adicionar foto” só para mostrar um ponto cego.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B9E62-1010-4DFC-B1EF-C87E7CD0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2.8.0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2032658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9613B-30F5-4D27-859C-3F23941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871eedf2d41e4">
            <a:extLst>
              <a:ext uri="{96DAC541-7B7A-43D3-8B79-37D633B846F1}">
                <asvg:svgBlip xmlns:asvg="http://schemas.microsoft.com/office/drawing/2016/SVG/main" r:embed="Re693eb2bbc5e45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E17D8-517D-4A34-8194-AECD6F5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C0773-9F9E-4D0A-ABE4-DF3C5A7C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FDB56-F780-4DB1-9486-4A1E72E3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3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FB98A-BC51-4DC8-B45A-D5E30C3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B4A85-D7A9-4DD7-B8D8-3119BFB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A IA conta. Você confere.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B78EE-5C7B-4CC0-BBA2-F9E6107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DE CORREÇÃO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6600"/>
                <a:gridCol w="1333500"/>
                <a:gridCol w="1333500"/>
              </a:tblGrid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IA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Você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 sem gás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CEB5F-5F1A-4310-844F-C30D568E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05738-B55F-4160-9055-4C53322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103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o produto e a quantidade na geladeira.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63577-0046-48BB-AB02-D04F01A8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0087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EA43D-C766-4CC9-B73C-C46006B0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0087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Use + e − ou toque no número para digitar.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03A88-4AC7-43B8-B4FC-FECEC9F7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914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FCE04-51E1-4072-969E-E32D4CF5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914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“Confirmar esta geladeira”.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DF1C9-08B5-4C57-837E-409C6BC8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249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Produto fora da posição também conta. Se a foto não estiver clara, toque em “Refazer”.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D0B64-742F-4619-87BD-C83B840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2.8.0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16853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3E4BF-92B2-48D3-B596-D181F921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3995d91544a24">
            <a:extLst>
              <a:ext uri="{96DAC541-7B7A-43D3-8B79-37D633B846F1}">
                <asvg:svgBlip xmlns:asvg="http://schemas.microsoft.com/office/drawing/2016/SVG/main" r:embed="Rd758c3f7bd4340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94D2B-EFAC-4DB2-A8AC-778EF12C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0131F-2012-488F-86CA-FBE41032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2AAFA-830B-4AA2-96DA-9DA5E5F6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6CFAC-736C-4445-ABD5-88226177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Pedido do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42A29-3CA3-4C94-9418-55467FF7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Água em outra geladeira também entra na soma.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A3400-CE22-4525-9956-EB924E98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ILUSTRATIVO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52600"/>
              </a:tblGrid>
              <a:tr h="4000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Equipamento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Águas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Esquerda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Centro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Direita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Balcão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no local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C1A97-2985-4B48-BA1E-047FDD12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86600"/>
            <a:ext cx="594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Meta 80 − total 45 = repor 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F8FAF-AA87-4E55-A83B-BF3A0128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8670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8D415-D21D-411E-8F2A-450A2FA9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8670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“Conferir local e pedido”.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6A35-5C87-4355-BFDA-50D9375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96325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87E86-2119-4A1C-81CD-340F8A8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696325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os horários. Atualize o que estiver antigo ou sem contagem.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739FF-FFDC-4DFA-ABD8-09010441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0595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E2C8B-7D11-44FC-854E-DC2CCD8A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50595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“Gerar pedido com estas contagens”.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1FC88-76D1-4B63-B292-9CB28BA9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67975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Vale a foto mais recente, conferida e salva, de cada equipamento.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C7CD1-B0A4-4EDD-82EB-5D0EDFD0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2.8.0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807870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C83AC-432D-494F-B409-027060F1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8a5a17cbf4b45">
            <a:extLst>
              <a:ext uri="{96DAC541-7B7A-43D3-8B79-37D633B846F1}">
                <asvg:svgBlip xmlns:asvg="http://schemas.microsoft.com/office/drawing/2016/SVG/main" r:embed="R564413385db246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FE9A4-F071-40D1-A155-2F0B821D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2FC5E-8E7B-4E9B-81B7-7E740306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2ADA3-E31C-44A2-80BC-A2DBCF35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66018-8AB8-44D0-BB37-1E9A8674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Envio e pausas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0A75B-6383-4DCF-8467-7336C492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estoque precisa receber o pedido.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89667c8dd469c"/>
          <a:stretch xmlns:a="http://schemas.openxmlformats.org/drawingml/2006/main"/>
        </p:blipFill>
        <p:spPr>
          <a:xfrm xmlns:a="http://schemas.openxmlformats.org/drawingml/2006/main">
            <a:off x="2482453" y="4000500"/>
            <a:ext cx="1893094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38416-3488-49E9-B292-E6C1B678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627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17E03-3897-4E08-A8D6-C587EB8A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“Enviar pelo WhatsApp”, escolha o grupo do estoque e envie. Peça a confirmação de recebimento.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06DB1-3B67-422D-BBA1-01C94345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295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A8229-99C4-4687-A3C3-5C3E25C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295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Não abriu? Use “Copiar texto” ou “Salvar imagem”.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382BE-8425-4750-B309-3D532B07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963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B390A-0832-4AC2-8EBF-46C6B83B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8963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Precisou sair? Use “Pausar e trocar de operador”. Outra pessoa pode contar com o próprio nome.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CC577-D4BA-4405-9D53-3476B4D5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Para retomar seu rascunho, entre com seu nome no mesmo aparelho e endereço. “Contagem guardada” ainda aguarda envio.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5A8B0-DEE1-46D7-AAEE-67799F0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2.8.0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796951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2026-09-09T13:03:36.6910000Z</dcterms:created>
  <dcterms:modified xsi:type="dcterms:W3CDTF">2026-09-09T13:03:36.6910000Z</dcterms:modified>
</coreProperties>
</file>